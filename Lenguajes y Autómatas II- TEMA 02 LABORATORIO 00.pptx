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68" r:id="rId3"/>
    <p:sldId id="277" r:id="rId4"/>
    <p:sldId id="269" r:id="rId5"/>
    <p:sldId id="267" r:id="rId6"/>
    <p:sldId id="265" r:id="rId7"/>
    <p:sldId id="266" r:id="rId8"/>
    <p:sldId id="264" r:id="rId9"/>
    <p:sldId id="271" r:id="rId10"/>
    <p:sldId id="276" r:id="rId11"/>
    <p:sldId id="275" r:id="rId12"/>
    <p:sldId id="272" r:id="rId13"/>
    <p:sldId id="273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21DA1-78F6-4804-A090-FC9111B10131}" v="9" dt="2026-07-06T17:55:55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E2955-1FBC-4EBB-9C63-B34CD8096F7E}" type="datetimeFigureOut">
              <a:rPr lang="es-MX" smtClean="0"/>
              <a:t>06/07/2026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9D8CE-C3B4-44FD-847F-B1BCBD08DA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547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7352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7AB17F6-8FD3-9D59-2B69-E389BCB5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8292DCD0-E89F-992C-2F3D-0703DBBFC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91EACEF3-84E9-78DA-B72D-45500DFA8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10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35F39D09-0634-DE94-15BC-C9745C24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7DCFA931-6E84-81A2-A0FE-70EA90CF3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6965839-CA82-B413-C1D5-0A2CC81EA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87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C3AC85C-E17C-5310-AB6B-01A54593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1D4FB4DF-0AEA-9732-D59D-579E361D6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5585D838-2592-017D-81B5-9AF3303EE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4166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9B59646-FB30-D7D4-0907-6DB3CEE5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55F8C1A7-FA2B-E401-E470-7645ABC2E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FDFB593-EF82-3A59-8342-9B2BDE9C4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942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65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140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941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925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65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75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60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023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34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19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8292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</a:pPr>
            <a:r>
              <a:rPr lang="es-MX" dirty="0">
                <a:solidFill>
                  <a:srgbClr val="002060"/>
                </a:solidFill>
              </a:rPr>
              <a:t>L</a:t>
            </a:r>
            <a:r>
              <a:rPr lang="es-MX" dirty="0"/>
              <a:t>enguajes y </a:t>
            </a:r>
            <a:r>
              <a:rPr lang="es-MX" dirty="0">
                <a:solidFill>
                  <a:srgbClr val="002060"/>
                </a:solidFill>
              </a:rPr>
              <a:t>A</a:t>
            </a:r>
            <a:r>
              <a:rPr lang="es-MX" dirty="0"/>
              <a:t>utómatas </a:t>
            </a:r>
            <a:r>
              <a:rPr lang="es-MX" dirty="0">
                <a:solidFill>
                  <a:srgbClr val="002060"/>
                </a:solidFill>
              </a:rPr>
              <a:t>II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n-US" sz="4000" dirty="0"/>
              <a:t>Laboratorio 00 </a:t>
            </a:r>
          </a:p>
          <a:p>
            <a:pPr marL="0" indent="0"/>
            <a:r>
              <a:rPr lang="en-US" sz="4000" dirty="0">
                <a:solidFill>
                  <a:schemeClr val="accent5"/>
                </a:solidFill>
              </a:rPr>
              <a:t>T</a:t>
            </a:r>
            <a:r>
              <a:rPr lang="en-US" sz="4000" dirty="0"/>
              <a:t>ema 02 – </a:t>
            </a:r>
            <a:r>
              <a:rPr lang="en-US" sz="4000" dirty="0">
                <a:solidFill>
                  <a:schemeClr val="accent5"/>
                </a:solidFill>
              </a:rPr>
              <a:t>C</a:t>
            </a:r>
            <a:r>
              <a:rPr lang="en-US" sz="4000" dirty="0"/>
              <a:t>ódigo </a:t>
            </a:r>
            <a:r>
              <a:rPr lang="en-US" sz="4000" dirty="0" err="1"/>
              <a:t>intermedio</a:t>
            </a:r>
            <a:endParaRPr lang="es-MX" sz="4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4000" dirty="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8058" y="4089185"/>
            <a:ext cx="952381" cy="952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166" y="3699313"/>
            <a:ext cx="1833154" cy="11288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/>
          <p:cNvSpPr/>
          <p:nvPr/>
        </p:nvSpPr>
        <p:spPr>
          <a:xfrm>
            <a:off x="822166" y="1902312"/>
            <a:ext cx="11048273" cy="192178"/>
          </a:xfrm>
          <a:prstGeom prst="rect">
            <a:avLst/>
          </a:prstGeom>
          <a:solidFill>
            <a:srgbClr val="B6D2EC"/>
          </a:solidFill>
          <a:ln>
            <a:solidFill>
              <a:srgbClr val="B6D2EC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822166" y="5041566"/>
            <a:ext cx="11048273" cy="192178"/>
          </a:xfrm>
          <a:prstGeom prst="rect">
            <a:avLst/>
          </a:prstGeom>
          <a:solidFill>
            <a:srgbClr val="B6D2EC"/>
          </a:solidFill>
          <a:ln>
            <a:solidFill>
              <a:srgbClr val="B6D2EC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021" y="615165"/>
            <a:ext cx="1014396" cy="10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4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C38169-440C-22A2-8D38-F499E10BD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5"/>
          <a:stretch>
            <a:fillRect/>
          </a:stretch>
        </p:blipFill>
        <p:spPr>
          <a:xfrm>
            <a:off x="346448" y="1127760"/>
            <a:ext cx="11428992" cy="557569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606A0F5D-3CDE-C5A8-F1BD-E806EF56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72085"/>
            <a:ext cx="10524752" cy="67119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5"/>
                </a:solidFill>
              </a:rPr>
              <a:t>T</a:t>
            </a:r>
            <a:r>
              <a:rPr lang="en-US" dirty="0" err="1"/>
              <a:t>emario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982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5539-AA53-1E60-FCE4-7778BCCC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71B2E-E1BC-A12B-1C2E-A6DC56D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040" cy="56959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01. </a:t>
            </a:r>
            <a:r>
              <a:rPr lang="en-US" dirty="0" err="1">
                <a:solidFill>
                  <a:schemeClr val="accent1"/>
                </a:solidFill>
              </a:rPr>
              <a:t>A</a:t>
            </a:r>
            <a:r>
              <a:rPr lang="en-US" dirty="0" err="1"/>
              <a:t>ñadir</a:t>
            </a:r>
            <a:r>
              <a:rPr lang="en-US" dirty="0"/>
              <a:t> el </a:t>
            </a:r>
            <a:r>
              <a:rPr lang="en-US" dirty="0" err="1"/>
              <a:t>botón</a:t>
            </a:r>
            <a:r>
              <a:rPr lang="en-US" dirty="0"/>
              <a:t> ¨</a:t>
            </a:r>
            <a:r>
              <a:rPr lang="en-US" dirty="0" err="1"/>
              <a:t>Agente</a:t>
            </a:r>
            <a:r>
              <a:rPr lang="en-US" dirty="0"/>
              <a:t> IA¨</a:t>
            </a:r>
            <a:endParaRPr lang="es-MX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5B8E941-D564-CF57-D24A-A9BAB0954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7" y="1027906"/>
            <a:ext cx="10353040" cy="54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FB4F0-584C-B0F7-B43F-633ED402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02. C</a:t>
            </a:r>
            <a:r>
              <a:rPr lang="en-US" dirty="0"/>
              <a:t>rea la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A</a:t>
            </a:r>
            <a:r>
              <a:rPr lang="en-US" dirty="0" err="1"/>
              <a:t>rbol</a:t>
            </a:r>
            <a:r>
              <a:rPr lang="en-US" dirty="0" err="1">
                <a:solidFill>
                  <a:schemeClr val="accent1"/>
                </a:solidFill>
              </a:rPr>
              <a:t>A</a:t>
            </a:r>
            <a:r>
              <a:rPr lang="en-US" dirty="0" err="1"/>
              <a:t>gente</a:t>
            </a:r>
            <a:r>
              <a:rPr lang="en-US" dirty="0" err="1">
                <a:solidFill>
                  <a:schemeClr val="accent1"/>
                </a:solidFill>
              </a:rPr>
              <a:t>IA</a:t>
            </a:r>
            <a:r>
              <a:rPr lang="en-US" dirty="0"/>
              <a:t> 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5315F-40B6-9BD2-2621-4B3CE0D8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Traer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y </a:t>
            </a:r>
            <a:r>
              <a:rPr lang="en-US" dirty="0" err="1"/>
              <a:t>métodos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Árbol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FF0495-DA18-9EB3-9706-CD02EACA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436" y="2882421"/>
            <a:ext cx="9402487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9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4F4E2E9-607F-ACFE-3220-20C44AF9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63DF4D18-EB32-DBCA-E72E-5EFC1DDD89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5C97DD2E-E713-846C-B086-C490E3A54CD9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2F519155-2265-6F15-DD14-CB21014CD1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5C12B6-9B9B-330F-8329-2180B8B0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DD33020-B507-3FD1-A699-B6B565E715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404" y="549097"/>
            <a:ext cx="1014396" cy="10143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9E5C0B-5EFB-4B00-FA2D-9A87E20D4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5602" y="1056295"/>
            <a:ext cx="8973802" cy="443927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C2E555E8-B596-C82E-5605-D83BFFFB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86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03 C</a:t>
            </a:r>
            <a:r>
              <a:rPr lang="en-US" dirty="0"/>
              <a:t>rea el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obtener</a:t>
            </a:r>
            <a:r>
              <a:rPr lang="en-US" dirty="0" err="1">
                <a:solidFill>
                  <a:schemeClr val="accent1"/>
                </a:solidFill>
              </a:rPr>
              <a:t>P</a:t>
            </a:r>
            <a:r>
              <a:rPr lang="en-US" dirty="0" err="1"/>
              <a:t>rioridad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2377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A359233-1330-307F-3E79-FB8F233A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8FB23B7B-7FAC-869B-4CDE-5C7E36D921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D13C8177-3ACE-7C17-AC54-1F46496130F4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3055A164-AD4C-E6F4-D7DC-85B9D0EEB5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66484-22CD-9385-07DA-9B22AE7EA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A1E83C5-8BC4-FD79-A84D-704266B9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0166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04 O</a:t>
            </a:r>
            <a:r>
              <a:rPr lang="es-MX" dirty="0" err="1">
                <a:solidFill>
                  <a:schemeClr val="tx1"/>
                </a:solidFill>
              </a:rPr>
              <a:t>ptimizar</a:t>
            </a:r>
            <a:r>
              <a:rPr lang="es-MX" dirty="0">
                <a:solidFill>
                  <a:schemeClr val="tx1"/>
                </a:solidFill>
              </a:rPr>
              <a:t> el método </a:t>
            </a:r>
            <a:r>
              <a:rPr lang="es-MX" dirty="0">
                <a:solidFill>
                  <a:schemeClr val="accent6"/>
                </a:solidFill>
              </a:rPr>
              <a:t>guardar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7607AA-684A-C7A1-CFDA-F27369F765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3356" y="230896"/>
            <a:ext cx="1014396" cy="10143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0E9798-CDBC-01FE-669B-C26C566AB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080" y="1188593"/>
            <a:ext cx="9392058" cy="502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9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8D01840-DA0D-8DF4-347F-376360C0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3FD5CEBB-528D-38D8-4C05-4EE4FCCBD8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3EFA99B8-6C97-8F0B-5327-E3E49412010E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BC81D393-9DA8-DD90-644E-E3C50AD2CF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E8F57A-14A3-7E0C-DF35-D7AFC3B94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3CC56B-40B0-4D02-C4E6-AFA8312E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282" y="202160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0070C0"/>
                </a:solidFill>
              </a:rPr>
              <a:t>05.</a:t>
            </a:r>
            <a:r>
              <a:rPr lang="es-MX" dirty="0">
                <a:solidFill>
                  <a:schemeClr val="accent1"/>
                </a:solidFill>
              </a:rPr>
              <a:t>C</a:t>
            </a:r>
            <a:r>
              <a:rPr lang="es-MX" dirty="0">
                <a:solidFill>
                  <a:schemeClr val="tx1"/>
                </a:solidFill>
              </a:rPr>
              <a:t>ompara el método Crear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E6272FB-3DF3-81BB-6CAE-7FF5A2276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404" y="549097"/>
            <a:ext cx="1014396" cy="10143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2D88B8-CFFF-32E3-4B6C-CF852C855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282" y="1180786"/>
            <a:ext cx="10469436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8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BBA8504A-77EC-E2F5-4279-4C29FB09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>
            <a:extLst>
              <a:ext uri="{FF2B5EF4-FFF2-40B4-BE49-F238E27FC236}">
                <a16:creationId xmlns:a16="http://schemas.microsoft.com/office/drawing/2014/main" id="{17DE35D1-02CB-FBEE-CA47-A0B22659DF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8173" y="5789005"/>
            <a:ext cx="952381" cy="9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17602F0A-19F7-E8E6-E185-99CCF155B03C}"/>
              </a:ext>
            </a:extLst>
          </p:cNvPr>
          <p:cNvSpPr/>
          <p:nvPr/>
        </p:nvSpPr>
        <p:spPr>
          <a:xfrm>
            <a:off x="2573382" y="6173755"/>
            <a:ext cx="7984791" cy="18288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MTI. Ma Elena Parra Urías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>
            <a:extLst>
              <a:ext uri="{FF2B5EF4-FFF2-40B4-BE49-F238E27FC236}">
                <a16:creationId xmlns:a16="http://schemas.microsoft.com/office/drawing/2014/main" id="{66A1AB47-3301-8D46-D797-53ECE76AEC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78" y="5714828"/>
            <a:ext cx="1667045" cy="102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332CD4-A7A9-D038-C00B-78C08E337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0042"/>
            <a:ext cx="10515600" cy="4351338"/>
          </a:xfrm>
        </p:spPr>
        <p:txBody>
          <a:bodyPr>
            <a:normAutofit/>
          </a:bodyPr>
          <a:lstStyle/>
          <a:p>
            <a:endParaRPr lang="es-MX" sz="3600" dirty="0"/>
          </a:p>
          <a:p>
            <a:endParaRPr lang="es-MX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455B49E-1C3C-63CF-32E4-147BFC213C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404" y="549097"/>
            <a:ext cx="1014396" cy="101439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DB02703-FD4C-46A7-3B5C-EBF526EB6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431" y="178640"/>
            <a:ext cx="8640381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82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4">
            <a:extLst>
              <a:ext uri="{FF2B5EF4-FFF2-40B4-BE49-F238E27FC236}">
                <a16:creationId xmlns:a16="http://schemas.microsoft.com/office/drawing/2014/main" id="{91E43E1F-4824-4E54-01E9-86999ACA7BAB}"/>
              </a:ext>
            </a:extLst>
          </p:cNvPr>
          <p:cNvSpPr txBox="1">
            <a:spLocks/>
          </p:cNvSpPr>
          <p:nvPr/>
        </p:nvSpPr>
        <p:spPr>
          <a:xfrm>
            <a:off x="3177762" y="-5391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MX" kern="0" dirty="0">
              <a:solidFill>
                <a:schemeClr val="tx1"/>
              </a:solidFill>
            </a:endParaRP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6338B96-CF0D-63A1-784A-E8848636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38" y="500062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0070C0"/>
                </a:solidFill>
              </a:rPr>
              <a:t>06.</a:t>
            </a:r>
            <a:r>
              <a:rPr lang="es-MX" dirty="0">
                <a:solidFill>
                  <a:schemeClr val="accent1"/>
                </a:solidFill>
              </a:rPr>
              <a:t>B</a:t>
            </a:r>
            <a:r>
              <a:rPr lang="es-MX" dirty="0">
                <a:solidFill>
                  <a:schemeClr val="tx1"/>
                </a:solidFill>
              </a:rPr>
              <a:t>otón </a:t>
            </a:r>
            <a:r>
              <a:rPr lang="es-MX" dirty="0" err="1">
                <a:solidFill>
                  <a:schemeClr val="tx1"/>
                </a:solidFill>
              </a:rPr>
              <a:t>AgenteIA</a:t>
            </a:r>
            <a:r>
              <a:rPr lang="es-MX" dirty="0">
                <a:solidFill>
                  <a:schemeClr val="tx1"/>
                </a:solidFill>
              </a:rPr>
              <a:t> en </a:t>
            </a:r>
            <a:r>
              <a:rPr lang="es-MX" dirty="0" err="1">
                <a:solidFill>
                  <a:schemeClr val="tx1"/>
                </a:solidFill>
              </a:rPr>
              <a:t>FrameInterfaz</a:t>
            </a:r>
            <a:br>
              <a:rPr lang="es-MX" dirty="0">
                <a:solidFill>
                  <a:schemeClr val="tx1"/>
                </a:solidFill>
              </a:rPr>
            </a:b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5BA44A8-91DC-957E-7440-E614DCC0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38" y="1484468"/>
            <a:ext cx="1018364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0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CCAD-126B-8385-5EEC-CCA2F127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0D964-787F-088B-91D3-890A555B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TESTEO- </a:t>
            </a:r>
            <a:r>
              <a:rPr lang="en-US" dirty="0" err="1">
                <a:solidFill>
                  <a:srgbClr val="00B050"/>
                </a:solidFill>
              </a:rPr>
              <a:t>U</a:t>
            </a:r>
            <a:r>
              <a:rPr lang="en-US" dirty="0" err="1">
                <a:solidFill>
                  <a:schemeClr val="tx1"/>
                </a:solidFill>
              </a:rPr>
              <a:t>tiliza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botón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AgenteIA</a:t>
            </a:r>
            <a:endParaRPr lang="es-MX" dirty="0">
              <a:solidFill>
                <a:srgbClr val="C0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E0AE92-697B-FB5E-918B-B603DE08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556981"/>
            <a:ext cx="10901680" cy="325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8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CBB5-6250-4409-83FD-C079B0FA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DD347-4B91-DD25-7CC4-52B9C900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/>
                </a:solidFill>
              </a:rPr>
              <a:t>E</a:t>
            </a:r>
            <a:r>
              <a:rPr lang="en-US" dirty="0" err="1"/>
              <a:t>videncia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01</a:t>
            </a:r>
            <a:r>
              <a:rPr lang="en-US" dirty="0"/>
              <a:t>. </a:t>
            </a:r>
            <a:r>
              <a:rPr lang="en-US" dirty="0" err="1"/>
              <a:t>a+b</a:t>
            </a:r>
            <a:r>
              <a:rPr lang="en-US" dirty="0"/>
              <a:t>*c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6523BB-BE4A-4020-45A5-C174C9E71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97" y="1397390"/>
            <a:ext cx="9217005" cy="518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5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54B2-FE4D-F2A5-AFD3-4B7F2191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A3A87-7D22-792A-CDAF-E69EB45E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/>
                </a:solidFill>
              </a:rPr>
              <a:t>E</a:t>
            </a:r>
            <a:r>
              <a:rPr lang="en-US" dirty="0" err="1"/>
              <a:t>videncia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02</a:t>
            </a:r>
            <a:r>
              <a:rPr lang="en-US" dirty="0"/>
              <a:t>. (</a:t>
            </a:r>
            <a:r>
              <a:rPr lang="en-US" dirty="0" err="1"/>
              <a:t>a+b</a:t>
            </a:r>
            <a:r>
              <a:rPr lang="en-US" dirty="0"/>
              <a:t>)*c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88FF8B-2C30-0F37-6E62-18A370AC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82" y="1472301"/>
            <a:ext cx="9129836" cy="513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1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D94E-4A3F-FEE4-BEE6-ACDF41D2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9C65F-0075-01EF-70B5-ED705F16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/>
                </a:solidFill>
              </a:rPr>
              <a:t>E</a:t>
            </a:r>
            <a:r>
              <a:rPr lang="en-US" dirty="0" err="1"/>
              <a:t>videncia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03</a:t>
            </a:r>
            <a:r>
              <a:rPr lang="en-US" dirty="0"/>
              <a:t>. (</a:t>
            </a:r>
            <a:r>
              <a:rPr lang="en-US" dirty="0" err="1"/>
              <a:t>a+b</a:t>
            </a:r>
            <a:r>
              <a:rPr lang="en-US" dirty="0"/>
              <a:t>)/c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6BE729-A114-3525-88D0-77E5B5AD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04" y="1346679"/>
            <a:ext cx="9148792" cy="514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599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114</Words>
  <Application>Microsoft Office PowerPoint</Application>
  <PresentationFormat>Panorámica</PresentationFormat>
  <Paragraphs>19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1_Tema de Office</vt:lpstr>
      <vt:lpstr>Lenguajes y Autómatas II</vt:lpstr>
      <vt:lpstr>Temario</vt:lpstr>
      <vt:lpstr>01. Añadir el botón ¨Agente IA¨</vt:lpstr>
      <vt:lpstr>02. Crea la clase ArbolAgenteIA </vt:lpstr>
      <vt:lpstr>03 Crea el método obtenerPrioridad</vt:lpstr>
      <vt:lpstr>04 Optimizar el método guardar</vt:lpstr>
      <vt:lpstr>05.Compara el método Crear</vt:lpstr>
      <vt:lpstr>Presentación de PowerPoint</vt:lpstr>
      <vt:lpstr>06.Botón AgenteIA en FrameInterfaz </vt:lpstr>
      <vt:lpstr>TESTEO- Utiliza botón AgenteIA</vt:lpstr>
      <vt:lpstr>Evidencia 01. a+b*c</vt:lpstr>
      <vt:lpstr>Evidencia 02. (a+b)*c</vt:lpstr>
      <vt:lpstr>Evidencia 03. (a+b)/c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Lenguajes y Autómatas II</dc:title>
  <dc:creator>MaElena Parra</dc:creator>
  <cp:lastModifiedBy>Jeanely Ibarra</cp:lastModifiedBy>
  <cp:revision>4</cp:revision>
  <dcterms:created xsi:type="dcterms:W3CDTF">2025-07-10T02:40:56Z</dcterms:created>
  <dcterms:modified xsi:type="dcterms:W3CDTF">2026-07-06T19:09:20Z</dcterms:modified>
</cp:coreProperties>
</file>