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75" r:id="rId3"/>
    <p:sldId id="280" r:id="rId4"/>
    <p:sldId id="281" r:id="rId5"/>
    <p:sldId id="261" r:id="rId6"/>
    <p:sldId id="274" r:id="rId7"/>
    <p:sldId id="278" r:id="rId8"/>
    <p:sldId id="277" r:id="rId9"/>
    <p:sldId id="276" r:id="rId10"/>
    <p:sldId id="279" r:id="rId11"/>
    <p:sldId id="282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5B938-CEB1-4029-8693-F76AD935CD4A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5E269-F221-44B2-ACCD-BB5E417867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568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963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2425776-D6CA-59F4-F79D-04B83188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92DE7E93-AC0A-06AA-4DE4-CA6189D32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B5DD5E24-3E61-BCC9-54C3-CD2082DA2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5154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8817152-AF3E-DD7C-5B62-C4B79461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A65622DA-8BED-C799-48F9-13DBFDA16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6FE06670-9B80-456E-44D8-A178DE6CA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473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313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244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759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946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463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76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362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263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42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040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954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0127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5880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025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8008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0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0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490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07061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9128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6947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6883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060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16440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412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1NsZ5cEgm6y5wYH_y5XLf1de2_-f6svu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77A34-9913-F038-44C6-393CDC2A9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L</a:t>
            </a:r>
            <a:r>
              <a:rPr lang="en-US" dirty="0"/>
              <a:t>aboratorio </a:t>
            </a:r>
            <a:r>
              <a:rPr lang="en-US" dirty="0">
                <a:solidFill>
                  <a:schemeClr val="accent5"/>
                </a:solidFill>
                <a:latin typeface="Bookman Old Style" panose="02050604050505020204" pitchFamily="18" charset="0"/>
              </a:rPr>
              <a:t>02</a:t>
            </a:r>
            <a:endParaRPr lang="es-MX" dirty="0">
              <a:solidFill>
                <a:schemeClr val="accent5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56FFD1-E86A-CC68-0A78-0D96A9EE2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accent5"/>
                </a:solidFill>
                <a:latin typeface="Alasassy Caps" pitchFamily="2" charset="0"/>
                <a:cs typeface="Cavolini" panose="03000502040302020204" pitchFamily="66" charset="0"/>
              </a:rPr>
              <a:t>R</a:t>
            </a:r>
            <a:r>
              <a:rPr lang="en-US" sz="4400" dirty="0" err="1">
                <a:latin typeface="Alasassy Caps" pitchFamily="2" charset="0"/>
                <a:cs typeface="Cavolini" panose="03000502040302020204" pitchFamily="66" charset="0"/>
              </a:rPr>
              <a:t>ecorridos</a:t>
            </a:r>
            <a:r>
              <a:rPr lang="en-US" sz="4400" dirty="0">
                <a:latin typeface="Alasassy Caps" pitchFamily="2" charset="0"/>
                <a:cs typeface="Cavolini" panose="03000502040302020204" pitchFamily="66" charset="0"/>
              </a:rPr>
              <a:t> y </a:t>
            </a:r>
            <a:r>
              <a:rPr lang="en-US" sz="4400" dirty="0" err="1">
                <a:latin typeface="Alasassy Caps" pitchFamily="2" charset="0"/>
                <a:cs typeface="Cavolini" panose="03000502040302020204" pitchFamily="66" charset="0"/>
              </a:rPr>
              <a:t>demás</a:t>
            </a:r>
            <a:r>
              <a:rPr lang="en-US" sz="4400" dirty="0">
                <a:latin typeface="Alasassy Caps" pitchFamily="2" charset="0"/>
                <a:cs typeface="Cavolini" panose="03000502040302020204" pitchFamily="66" charset="0"/>
              </a:rPr>
              <a:t> features</a:t>
            </a:r>
            <a:endParaRPr lang="es-MX" sz="4400" dirty="0">
              <a:latin typeface="Alasassy Caps" pitchFamily="2" charset="0"/>
              <a:cs typeface="Cavolini" panose="03000502040302020204" pitchFamily="66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D8D788-5D29-7DE7-78C6-D18B17F4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135" y="5586348"/>
            <a:ext cx="1014396" cy="10143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5B20DD-2477-D811-8A0C-67F7949E20D4}"/>
              </a:ext>
            </a:extLst>
          </p:cNvPr>
          <p:cNvSpPr txBox="1"/>
          <p:nvPr/>
        </p:nvSpPr>
        <p:spPr>
          <a:xfrm>
            <a:off x="1088571" y="4844143"/>
            <a:ext cx="9038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accent1"/>
                </a:solidFill>
              </a:rPr>
              <a:t>E</a:t>
            </a:r>
            <a:r>
              <a:rPr lang="en-US" sz="3200" dirty="0" err="1"/>
              <a:t>studiante</a:t>
            </a:r>
            <a:r>
              <a:rPr lang="en-US" sz="3200" dirty="0"/>
              <a:t>: Ibarra Hernandez Jeanely Fernanda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3691101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6B8C2-582E-B2E6-01AF-4DA24C7E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ota: En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recuperaciones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ser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1C7C20-C2BB-F174-57EF-9B23C4831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08314"/>
            <a:ext cx="5148943" cy="113528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Primero Derecho </a:t>
            </a:r>
          </a:p>
          <a:p>
            <a:r>
              <a:rPr lang="en-US" dirty="0">
                <a:solidFill>
                  <a:schemeClr val="accent5"/>
                </a:solidFill>
              </a:rPr>
              <a:t>Segundo Izquierdo</a:t>
            </a:r>
            <a:endParaRPr lang="es-MX" dirty="0">
              <a:solidFill>
                <a:schemeClr val="accent5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E9F47E-F869-74AD-FCF2-1F0074FB1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42" y="1534884"/>
            <a:ext cx="7710962" cy="43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8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7F339D-8606-D373-FD57-C9F654B5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10" y="337457"/>
            <a:ext cx="11761380" cy="576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4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s-ES" dirty="0">
                <a:solidFill>
                  <a:srgbClr val="0070C0"/>
                </a:solidFill>
              </a:rPr>
              <a:t>I</a:t>
            </a:r>
            <a:r>
              <a:rPr lang="es-ES" dirty="0">
                <a:solidFill>
                  <a:schemeClr val="tx1"/>
                </a:solidFill>
              </a:rPr>
              <a:t>nstrucciones</a:t>
            </a:r>
            <a:endParaRPr dirty="0"/>
          </a:p>
        </p:txBody>
      </p:sp>
      <p:sp>
        <p:nvSpPr>
          <p:cNvPr id="452" name="Google Shape;452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571500" algn="just">
              <a:spcBef>
                <a:spcPts val="0"/>
              </a:spcBef>
              <a:buClr>
                <a:srgbClr val="0070C0"/>
              </a:buClr>
              <a:buSzPts val="4000"/>
            </a:pPr>
            <a:r>
              <a:rPr lang="es-ES" sz="4000" dirty="0">
                <a:solidFill>
                  <a:schemeClr val="accent1"/>
                </a:solidFill>
              </a:rPr>
              <a:t>P</a:t>
            </a:r>
            <a:r>
              <a:rPr lang="es-ES" sz="4000" dirty="0">
                <a:solidFill>
                  <a:schemeClr val="tx1"/>
                </a:solidFill>
              </a:rPr>
              <a:t>ara la actividad no se permite uso de la IA, con la finalidad de razonar el código</a:t>
            </a:r>
          </a:p>
          <a:p>
            <a:pPr marL="571500" indent="-571500" algn="just">
              <a:spcBef>
                <a:spcPts val="0"/>
              </a:spcBef>
              <a:buClr>
                <a:srgbClr val="0070C0"/>
              </a:buClr>
              <a:buSzPts val="4000"/>
            </a:pPr>
            <a:endParaRPr lang="es-ES" sz="4000" dirty="0">
              <a:solidFill>
                <a:schemeClr val="tx1"/>
              </a:solidFill>
            </a:endParaRPr>
          </a:p>
          <a:p>
            <a:pPr marL="571500" indent="-571500" algn="just">
              <a:spcBef>
                <a:spcPts val="0"/>
              </a:spcBef>
              <a:buClr>
                <a:srgbClr val="0070C0"/>
              </a:buClr>
              <a:buSzPts val="4000"/>
            </a:pPr>
            <a:r>
              <a:rPr lang="es-ES" sz="4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s-ES" sz="4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rabar tu escritorio codificando lo que se proporciona.</a:t>
            </a:r>
          </a:p>
          <a:p>
            <a:pPr marL="571500" indent="-571500" algn="just">
              <a:spcBef>
                <a:spcPts val="0"/>
              </a:spcBef>
              <a:buClr>
                <a:srgbClr val="0070C0"/>
              </a:buClr>
              <a:buSzPts val="4000"/>
            </a:pPr>
            <a:endParaRPr sz="6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4"/>
          <p:cNvSpPr/>
          <p:nvPr/>
        </p:nvSpPr>
        <p:spPr>
          <a:xfrm>
            <a:off x="2573382" y="6222580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63653"/>
            <a:ext cx="1667045" cy="1026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404" y="868667"/>
            <a:ext cx="1014396" cy="101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6103864-DBFA-E7C4-1352-E4F5544B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>
            <a:extLst>
              <a:ext uri="{FF2B5EF4-FFF2-40B4-BE49-F238E27FC236}">
                <a16:creationId xmlns:a16="http://schemas.microsoft.com/office/drawing/2014/main" id="{0F5C4824-080F-C12F-F8B9-A171BBCD9D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61895F38-593F-A522-6E19-1CDFEB8926F1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>
            <a:extLst>
              <a:ext uri="{FF2B5EF4-FFF2-40B4-BE49-F238E27FC236}">
                <a16:creationId xmlns:a16="http://schemas.microsoft.com/office/drawing/2014/main" id="{5E02F8B3-2AEF-67D8-CFF3-AC266B62BF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A83FB8-AEB6-7673-2A48-1D8585D39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0042"/>
            <a:ext cx="10515600" cy="4351338"/>
          </a:xfrm>
        </p:spPr>
        <p:txBody>
          <a:bodyPr>
            <a:normAutofit/>
          </a:bodyPr>
          <a:lstStyle/>
          <a:p>
            <a:endParaRPr lang="es-MX" sz="3600" dirty="0"/>
          </a:p>
          <a:p>
            <a:endParaRPr lang="es-MX" sz="36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92A40A7-0D9C-CC30-7A18-73FE5F337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24" y="77796"/>
            <a:ext cx="3470289" cy="4679261"/>
          </a:xfrm>
        </p:spPr>
        <p:txBody>
          <a:bodyPr>
            <a:normAutofit/>
          </a:bodyPr>
          <a:lstStyle/>
          <a:p>
            <a:r>
              <a:rPr lang="es-MX" dirty="0" err="1">
                <a:solidFill>
                  <a:schemeClr val="accent1"/>
                </a:solidFill>
              </a:rPr>
              <a:t>F</a:t>
            </a:r>
            <a:r>
              <a:rPr lang="es-MX" dirty="0" err="1"/>
              <a:t>rameInterfaz</a:t>
            </a:r>
            <a:r>
              <a:rPr lang="es-MX" dirty="0"/>
              <a:t> </a:t>
            </a:r>
            <a:r>
              <a:rPr lang="es-MX" dirty="0">
                <a:solidFill>
                  <a:schemeClr val="accent1"/>
                </a:solidFill>
              </a:rPr>
              <a:t>A</a:t>
            </a:r>
            <a:r>
              <a:rPr lang="en-US" dirty="0" err="1"/>
              <a:t>ñadir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recorridos</a:t>
            </a:r>
            <a:endParaRPr lang="es-MX" dirty="0">
              <a:solidFill>
                <a:schemeClr val="accent5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AFF4B9-B422-CFC5-5542-906A225D5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363" y="67291"/>
            <a:ext cx="1014396" cy="10143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45B638-651C-AD82-8ED4-17B049AA0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20" y="171244"/>
            <a:ext cx="6792273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0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BBF5F2-ECCA-D589-F99C-15123FE33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434657"/>
            <a:ext cx="11767457" cy="598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8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E628C-83CA-1EB8-E159-2AB1EE21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E</a:t>
            </a:r>
            <a:r>
              <a:rPr lang="en-US" dirty="0" err="1"/>
              <a:t>videncia</a:t>
            </a:r>
            <a:r>
              <a:rPr lang="en-US" dirty="0"/>
              <a:t> 01</a:t>
            </a:r>
            <a:endParaRPr lang="es-MX" dirty="0"/>
          </a:p>
        </p:txBody>
      </p:sp>
      <p:pic>
        <p:nvPicPr>
          <p:cNvPr id="5" name="Google Shape;121;p5">
            <a:extLst>
              <a:ext uri="{FF2B5EF4-FFF2-40B4-BE49-F238E27FC236}">
                <a16:creationId xmlns:a16="http://schemas.microsoft.com/office/drawing/2014/main" id="{8ED5F6E7-3F8B-7E77-5063-C7EFEE8C74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2;p5">
            <a:extLst>
              <a:ext uri="{FF2B5EF4-FFF2-40B4-BE49-F238E27FC236}">
                <a16:creationId xmlns:a16="http://schemas.microsoft.com/office/drawing/2014/main" id="{F689A02D-FB94-5DF7-B4D6-B28A4146EA92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3;p5">
            <a:extLst>
              <a:ext uri="{FF2B5EF4-FFF2-40B4-BE49-F238E27FC236}">
                <a16:creationId xmlns:a16="http://schemas.microsoft.com/office/drawing/2014/main" id="{CA8B9401-480A-F885-38F3-C685E84C0D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67FD0F-64F4-3474-ADEB-CD03ECAA8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094" y="1289160"/>
            <a:ext cx="7765812" cy="436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8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9B8A95D-9CC7-CB2A-3508-54D0CC5C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>
            <a:extLst>
              <a:ext uri="{FF2B5EF4-FFF2-40B4-BE49-F238E27FC236}">
                <a16:creationId xmlns:a16="http://schemas.microsoft.com/office/drawing/2014/main" id="{8F371586-A9D9-9BD3-A161-1BC3DEFF8A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0548723D-529F-76BD-4BEC-FB2D6C55A4F7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>
            <a:extLst>
              <a:ext uri="{FF2B5EF4-FFF2-40B4-BE49-F238E27FC236}">
                <a16:creationId xmlns:a16="http://schemas.microsoft.com/office/drawing/2014/main" id="{ED2E6368-4DC6-1396-4F83-F6FB64F418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7BE20E-0920-3B06-AD2F-7BB196332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0042"/>
            <a:ext cx="10515600" cy="4351338"/>
          </a:xfrm>
        </p:spPr>
        <p:txBody>
          <a:bodyPr>
            <a:normAutofit/>
          </a:bodyPr>
          <a:lstStyle/>
          <a:p>
            <a:endParaRPr lang="es-MX" sz="3600" dirty="0"/>
          </a:p>
          <a:p>
            <a:endParaRPr lang="es-MX" sz="36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BEFF68A-8C2B-9790-B3A1-A5042E7B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24" y="77797"/>
            <a:ext cx="10894347" cy="15522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</a:t>
            </a:r>
            <a:r>
              <a:rPr lang="es-MX" dirty="0" err="1">
                <a:solidFill>
                  <a:schemeClr val="tx1"/>
                </a:solidFill>
              </a:rPr>
              <a:t>nviar</a:t>
            </a:r>
            <a:r>
              <a:rPr lang="es-MX" dirty="0">
                <a:solidFill>
                  <a:schemeClr val="tx1"/>
                </a:solidFill>
              </a:rPr>
              <a:t> las reglas semánticas generadas a un archivo de texto “reglasSemanticas.txt”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62D5E4D-5864-7F0F-7079-7DB0211FDC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363" y="67291"/>
            <a:ext cx="1014396" cy="10143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5AD910C-3656-71B6-B524-6763D4E6E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7806" y="1532171"/>
            <a:ext cx="9394371" cy="485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0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0D4B-C25F-2EBE-4B75-5B5FF9C1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75C50-07F6-3CAE-1D3C-FF31F980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E</a:t>
            </a:r>
            <a:r>
              <a:rPr lang="en-US" dirty="0" err="1"/>
              <a:t>videncia</a:t>
            </a:r>
            <a:r>
              <a:rPr lang="en-US" dirty="0"/>
              <a:t> 02</a:t>
            </a:r>
            <a:endParaRPr lang="es-MX" dirty="0"/>
          </a:p>
        </p:txBody>
      </p:sp>
      <p:pic>
        <p:nvPicPr>
          <p:cNvPr id="5" name="Google Shape;121;p5">
            <a:extLst>
              <a:ext uri="{FF2B5EF4-FFF2-40B4-BE49-F238E27FC236}">
                <a16:creationId xmlns:a16="http://schemas.microsoft.com/office/drawing/2014/main" id="{1BA1D2DD-CA06-4B1F-61EF-A43CE135BD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2;p5">
            <a:extLst>
              <a:ext uri="{FF2B5EF4-FFF2-40B4-BE49-F238E27FC236}">
                <a16:creationId xmlns:a16="http://schemas.microsoft.com/office/drawing/2014/main" id="{C77A393B-9DA1-4782-2C13-791C13128FCB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3;p5">
            <a:extLst>
              <a:ext uri="{FF2B5EF4-FFF2-40B4-BE49-F238E27FC236}">
                <a16:creationId xmlns:a16="http://schemas.microsoft.com/office/drawing/2014/main" id="{C29FDE3C-7CE8-0D51-238F-A7DCD4FB0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76C515-89BB-E138-B1FA-7F916D7FA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604" y="1297559"/>
            <a:ext cx="7984792" cy="449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0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61F0-B456-CD26-25D1-F460E163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644CC-AAA7-49C5-D9C7-7FCED0CA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</a:t>
            </a:r>
            <a:r>
              <a:rPr lang="en-US" dirty="0"/>
              <a:t>ink del video</a:t>
            </a:r>
            <a:endParaRPr lang="es-MX" dirty="0"/>
          </a:p>
        </p:txBody>
      </p:sp>
      <p:pic>
        <p:nvPicPr>
          <p:cNvPr id="5" name="Google Shape;121;p5">
            <a:extLst>
              <a:ext uri="{FF2B5EF4-FFF2-40B4-BE49-F238E27FC236}">
                <a16:creationId xmlns:a16="http://schemas.microsoft.com/office/drawing/2014/main" id="{4BD9998C-6E47-9C7E-AEF9-DC54DC4B67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2;p5">
            <a:extLst>
              <a:ext uri="{FF2B5EF4-FFF2-40B4-BE49-F238E27FC236}">
                <a16:creationId xmlns:a16="http://schemas.microsoft.com/office/drawing/2014/main" id="{77448037-7C26-9CB2-2AE2-F0A5CD9E2280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3;p5">
            <a:extLst>
              <a:ext uri="{FF2B5EF4-FFF2-40B4-BE49-F238E27FC236}">
                <a16:creationId xmlns:a16="http://schemas.microsoft.com/office/drawing/2014/main" id="{ABBDE6A9-AA5A-059F-8846-6794CF3913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69248EB-EBC7-F2B0-5C76-C05C5448D9EA}"/>
              </a:ext>
            </a:extLst>
          </p:cNvPr>
          <p:cNvSpPr txBox="1"/>
          <p:nvPr/>
        </p:nvSpPr>
        <p:spPr>
          <a:xfrm>
            <a:off x="945572" y="1690688"/>
            <a:ext cx="103008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hlinkClick r:id="rId4"/>
              </a:rPr>
              <a:t>https://drive.google.com/file/d/11NsZ5cEgm6y5wYH_y5XLf1de2_-f6svu/view?usp=sharing</a:t>
            </a:r>
            <a:endParaRPr lang="es-E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88754769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143</Words>
  <Application>Microsoft Office PowerPoint</Application>
  <PresentationFormat>Panorámica</PresentationFormat>
  <Paragraphs>22</Paragraphs>
  <Slides>10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Alasassy Caps</vt:lpstr>
      <vt:lpstr>Aptos</vt:lpstr>
      <vt:lpstr>Arial</vt:lpstr>
      <vt:lpstr>Bookman Old Style</vt:lpstr>
      <vt:lpstr>Calibri</vt:lpstr>
      <vt:lpstr>1_Tema de Office</vt:lpstr>
      <vt:lpstr>Tema de Office</vt:lpstr>
      <vt:lpstr>Laboratorio 02</vt:lpstr>
      <vt:lpstr>Nota: En todas las recuperaciones si debe ser</vt:lpstr>
      <vt:lpstr>Presentación de PowerPoint</vt:lpstr>
      <vt:lpstr>Instrucciones</vt:lpstr>
      <vt:lpstr>FrameInterfaz Añadir los métodos para los recorridos</vt:lpstr>
      <vt:lpstr>Presentación de PowerPoint</vt:lpstr>
      <vt:lpstr>Evidencia 01</vt:lpstr>
      <vt:lpstr>Enviar las reglas semánticas generadas a un archivo de texto “reglasSemanticas.txt”</vt:lpstr>
      <vt:lpstr>Evidencia 02</vt:lpstr>
      <vt:lpstr>Link del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MaElena Parra</dc:creator>
  <cp:lastModifiedBy>Jeanely Ibarra</cp:lastModifiedBy>
  <cp:revision>5</cp:revision>
  <dcterms:created xsi:type="dcterms:W3CDTF">2026-07-10T17:38:45Z</dcterms:created>
  <dcterms:modified xsi:type="dcterms:W3CDTF">2026-07-10T18:57:43Z</dcterms:modified>
</cp:coreProperties>
</file>